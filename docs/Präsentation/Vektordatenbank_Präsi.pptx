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2"/>
  </p:notesMasterIdLst>
  <p:sldIdLst>
    <p:sldId id="265" r:id="rId2"/>
    <p:sldId id="256" r:id="rId3"/>
    <p:sldId id="257" r:id="rId4"/>
    <p:sldId id="262" r:id="rId5"/>
    <p:sldId id="264" r:id="rId6"/>
    <p:sldId id="260" r:id="rId7"/>
    <p:sldId id="258" r:id="rId8"/>
    <p:sldId id="263" r:id="rId9"/>
    <p:sldId id="259" r:id="rId10"/>
    <p:sldId id="261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illet Cédric" initials="CC" lastIdx="1" clrIdx="0">
    <p:extLst>
      <p:ext uri="{19B8F6BF-5375-455C-9EA6-DF929625EA0E}">
        <p15:presenceInfo xmlns:p15="http://schemas.microsoft.com/office/powerpoint/2012/main" userId="S::Cedric.Caillet@galliker.com::a1973c09-8048-4853-97d8-82cac4ce787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FD5BD-1DEB-9C4B-8A5C-AF68F4ED2194}" v="13" dt="2026-01-17T22:12:36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66" d="100"/>
          <a:sy n="66" d="100"/>
        </p:scale>
        <p:origin x="32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édric Caillet" userId="f7ff363b-a3c4-4253-b69f-1df898119f4f" providerId="ADAL" clId="{1FCBA43B-9CDE-5F43-85B9-233530EE7D92}"/>
    <pc:docChg chg="undo custSel addSld modSld">
      <pc:chgData name="Cédric Caillet" userId="f7ff363b-a3c4-4253-b69f-1df898119f4f" providerId="ADAL" clId="{1FCBA43B-9CDE-5F43-85B9-233530EE7D92}" dt="2026-01-17T22:16:44.736" v="836" actId="313"/>
      <pc:docMkLst>
        <pc:docMk/>
      </pc:docMkLst>
      <pc:sldChg chg="modSp mod">
        <pc:chgData name="Cédric Caillet" userId="f7ff363b-a3c4-4253-b69f-1df898119f4f" providerId="ADAL" clId="{1FCBA43B-9CDE-5F43-85B9-233530EE7D92}" dt="2026-01-17T22:13:01.840" v="700" actId="20577"/>
        <pc:sldMkLst>
          <pc:docMk/>
          <pc:sldMk cId="1313587372" sldId="258"/>
        </pc:sldMkLst>
        <pc:spChg chg="mod">
          <ac:chgData name="Cédric Caillet" userId="f7ff363b-a3c4-4253-b69f-1df898119f4f" providerId="ADAL" clId="{1FCBA43B-9CDE-5F43-85B9-233530EE7D92}" dt="2026-01-17T22:12:22.872" v="614" actId="20577"/>
          <ac:spMkLst>
            <pc:docMk/>
            <pc:sldMk cId="1313587372" sldId="258"/>
            <ac:spMk id="2" creationId="{0F402F4B-A14A-56E7-5267-EA941B284E0F}"/>
          </ac:spMkLst>
        </pc:spChg>
        <pc:spChg chg="mod">
          <ac:chgData name="Cédric Caillet" userId="f7ff363b-a3c4-4253-b69f-1df898119f4f" providerId="ADAL" clId="{1FCBA43B-9CDE-5F43-85B9-233530EE7D92}" dt="2026-01-17T22:13:01.840" v="700" actId="20577"/>
          <ac:spMkLst>
            <pc:docMk/>
            <pc:sldMk cId="1313587372" sldId="258"/>
            <ac:spMk id="3" creationId="{0B4C1374-31CD-BCED-0F6D-AC2AFC7079E1}"/>
          </ac:spMkLst>
        </pc:spChg>
      </pc:sldChg>
      <pc:sldChg chg="modSp mod">
        <pc:chgData name="Cédric Caillet" userId="f7ff363b-a3c4-4253-b69f-1df898119f4f" providerId="ADAL" clId="{1FCBA43B-9CDE-5F43-85B9-233530EE7D92}" dt="2026-01-17T22:16:44.736" v="836" actId="313"/>
        <pc:sldMkLst>
          <pc:docMk/>
          <pc:sldMk cId="2510404424" sldId="259"/>
        </pc:sldMkLst>
        <pc:spChg chg="mod">
          <ac:chgData name="Cédric Caillet" userId="f7ff363b-a3c4-4253-b69f-1df898119f4f" providerId="ADAL" clId="{1FCBA43B-9CDE-5F43-85B9-233530EE7D92}" dt="2026-01-17T22:16:44.736" v="836" actId="313"/>
          <ac:spMkLst>
            <pc:docMk/>
            <pc:sldMk cId="2510404424" sldId="259"/>
            <ac:spMk id="2" creationId="{8D223247-7E85-1CF4-9D3B-7EC293D52AA1}"/>
          </ac:spMkLst>
        </pc:spChg>
        <pc:spChg chg="mod">
          <ac:chgData name="Cédric Caillet" userId="f7ff363b-a3c4-4253-b69f-1df898119f4f" providerId="ADAL" clId="{1FCBA43B-9CDE-5F43-85B9-233530EE7D92}" dt="2026-01-17T20:58:43.010" v="556" actId="20577"/>
          <ac:spMkLst>
            <pc:docMk/>
            <pc:sldMk cId="2510404424" sldId="259"/>
            <ac:spMk id="3" creationId="{72EC1BE9-9536-0D77-FC3A-39A58E74B047}"/>
          </ac:spMkLst>
        </pc:spChg>
      </pc:sldChg>
      <pc:sldChg chg="modSp mod">
        <pc:chgData name="Cédric Caillet" userId="f7ff363b-a3c4-4253-b69f-1df898119f4f" providerId="ADAL" clId="{1FCBA43B-9CDE-5F43-85B9-233530EE7D92}" dt="2026-01-17T20:58:20.634" v="514" actId="108"/>
        <pc:sldMkLst>
          <pc:docMk/>
          <pc:sldMk cId="1116906046" sldId="260"/>
        </pc:sldMkLst>
        <pc:spChg chg="mod">
          <ac:chgData name="Cédric Caillet" userId="f7ff363b-a3c4-4253-b69f-1df898119f4f" providerId="ADAL" clId="{1FCBA43B-9CDE-5F43-85B9-233530EE7D92}" dt="2026-01-17T20:58:20.634" v="514" actId="108"/>
          <ac:spMkLst>
            <pc:docMk/>
            <pc:sldMk cId="1116906046" sldId="260"/>
            <ac:spMk id="3" creationId="{24372C6B-CA5D-D20F-6740-B68AFF68E4BD}"/>
          </ac:spMkLst>
        </pc:spChg>
      </pc:sldChg>
      <pc:sldChg chg="addSp modSp mod">
        <pc:chgData name="Cédric Caillet" userId="f7ff363b-a3c4-4253-b69f-1df898119f4f" providerId="ADAL" clId="{1FCBA43B-9CDE-5F43-85B9-233530EE7D92}" dt="2026-01-17T20:51:58.833" v="311" actId="1076"/>
        <pc:sldMkLst>
          <pc:docMk/>
          <pc:sldMk cId="2582996119" sldId="262"/>
        </pc:sldMkLst>
        <pc:spChg chg="mod">
          <ac:chgData name="Cédric Caillet" userId="f7ff363b-a3c4-4253-b69f-1df898119f4f" providerId="ADAL" clId="{1FCBA43B-9CDE-5F43-85B9-233530EE7D92}" dt="2026-01-17T20:46:27.010" v="230" actId="20577"/>
          <ac:spMkLst>
            <pc:docMk/>
            <pc:sldMk cId="2582996119" sldId="262"/>
            <ac:spMk id="3" creationId="{A4BAB2EB-4C12-58C0-BB49-7EA919A9A5C6}"/>
          </ac:spMkLst>
        </pc:spChg>
        <pc:picChg chg="mod">
          <ac:chgData name="Cédric Caillet" userId="f7ff363b-a3c4-4253-b69f-1df898119f4f" providerId="ADAL" clId="{1FCBA43B-9CDE-5F43-85B9-233530EE7D92}" dt="2026-01-17T20:46:20.119" v="201" actId="1076"/>
          <ac:picMkLst>
            <pc:docMk/>
            <pc:sldMk cId="2582996119" sldId="262"/>
            <ac:picMk id="6" creationId="{0289BCF2-E14F-982A-C8C7-48C4551E2118}"/>
          </ac:picMkLst>
        </pc:picChg>
        <pc:picChg chg="add mod">
          <ac:chgData name="Cédric Caillet" userId="f7ff363b-a3c4-4253-b69f-1df898119f4f" providerId="ADAL" clId="{1FCBA43B-9CDE-5F43-85B9-233530EE7D92}" dt="2026-01-17T20:41:10.372" v="21" actId="1076"/>
          <ac:picMkLst>
            <pc:docMk/>
            <pc:sldMk cId="2582996119" sldId="262"/>
            <ac:picMk id="7" creationId="{0B4AD207-1478-E74C-139E-28630A4655A2}"/>
          </ac:picMkLst>
        </pc:picChg>
        <pc:picChg chg="add mod">
          <ac:chgData name="Cédric Caillet" userId="f7ff363b-a3c4-4253-b69f-1df898119f4f" providerId="ADAL" clId="{1FCBA43B-9CDE-5F43-85B9-233530EE7D92}" dt="2026-01-17T20:46:43.497" v="232" actId="1076"/>
          <ac:picMkLst>
            <pc:docMk/>
            <pc:sldMk cId="2582996119" sldId="262"/>
            <ac:picMk id="8" creationId="{7B899F22-B599-6C12-7AE1-AE7BF8030FAE}"/>
          </ac:picMkLst>
        </pc:picChg>
        <pc:picChg chg="add mod">
          <ac:chgData name="Cédric Caillet" userId="f7ff363b-a3c4-4253-b69f-1df898119f4f" providerId="ADAL" clId="{1FCBA43B-9CDE-5F43-85B9-233530EE7D92}" dt="2026-01-17T20:51:58.833" v="311" actId="1076"/>
          <ac:picMkLst>
            <pc:docMk/>
            <pc:sldMk cId="2582996119" sldId="262"/>
            <ac:picMk id="9" creationId="{6C024ABC-1C3E-541C-C78E-1743C9D6E01D}"/>
          </ac:picMkLst>
        </pc:picChg>
      </pc:sldChg>
      <pc:sldChg chg="modSp mod">
        <pc:chgData name="Cédric Caillet" userId="f7ff363b-a3c4-4253-b69f-1df898119f4f" providerId="ADAL" clId="{1FCBA43B-9CDE-5F43-85B9-233530EE7D92}" dt="2026-01-17T22:13:33.655" v="835" actId="20577"/>
        <pc:sldMkLst>
          <pc:docMk/>
          <pc:sldMk cId="1336003418" sldId="263"/>
        </pc:sldMkLst>
        <pc:spChg chg="mod">
          <ac:chgData name="Cédric Caillet" userId="f7ff363b-a3c4-4253-b69f-1df898119f4f" providerId="ADAL" clId="{1FCBA43B-9CDE-5F43-85B9-233530EE7D92}" dt="2026-01-17T22:13:05.424" v="711" actId="20577"/>
          <ac:spMkLst>
            <pc:docMk/>
            <pc:sldMk cId="1336003418" sldId="263"/>
            <ac:spMk id="2" creationId="{C4DE900E-2F0E-7BB4-952B-29F806904ECF}"/>
          </ac:spMkLst>
        </pc:spChg>
        <pc:spChg chg="mod">
          <ac:chgData name="Cédric Caillet" userId="f7ff363b-a3c4-4253-b69f-1df898119f4f" providerId="ADAL" clId="{1FCBA43B-9CDE-5F43-85B9-233530EE7D92}" dt="2026-01-17T22:13:33.655" v="835" actId="20577"/>
          <ac:spMkLst>
            <pc:docMk/>
            <pc:sldMk cId="1336003418" sldId="263"/>
            <ac:spMk id="3" creationId="{43403DBF-0AD4-4297-3701-913E9B02879E}"/>
          </ac:spMkLst>
        </pc:spChg>
      </pc:sldChg>
      <pc:sldChg chg="addSp modSp new mod">
        <pc:chgData name="Cédric Caillet" userId="f7ff363b-a3c4-4253-b69f-1df898119f4f" providerId="ADAL" clId="{1FCBA43B-9CDE-5F43-85B9-233530EE7D92}" dt="2026-01-17T22:11:52.472" v="583" actId="1076"/>
        <pc:sldMkLst>
          <pc:docMk/>
          <pc:sldMk cId="2650115406" sldId="264"/>
        </pc:sldMkLst>
        <pc:spChg chg="mod">
          <ac:chgData name="Cédric Caillet" userId="f7ff363b-a3c4-4253-b69f-1df898119f4f" providerId="ADAL" clId="{1FCBA43B-9CDE-5F43-85B9-233530EE7D92}" dt="2026-01-17T20:47:01.109" v="308" actId="20577"/>
          <ac:spMkLst>
            <pc:docMk/>
            <pc:sldMk cId="2650115406" sldId="264"/>
            <ac:spMk id="2" creationId="{DE2C7BAB-E53A-39BF-7B79-E6B7BEA6512A}"/>
          </ac:spMkLst>
        </pc:spChg>
        <pc:spChg chg="mod">
          <ac:chgData name="Cédric Caillet" userId="f7ff363b-a3c4-4253-b69f-1df898119f4f" providerId="ADAL" clId="{1FCBA43B-9CDE-5F43-85B9-233530EE7D92}" dt="2026-01-17T22:11:48.689" v="580" actId="20577"/>
          <ac:spMkLst>
            <pc:docMk/>
            <pc:sldMk cId="2650115406" sldId="264"/>
            <ac:spMk id="3" creationId="{11676915-279B-FF90-31B8-BED82411D149}"/>
          </ac:spMkLst>
        </pc:spChg>
        <pc:picChg chg="add mod">
          <ac:chgData name="Cédric Caillet" userId="f7ff363b-a3c4-4253-b69f-1df898119f4f" providerId="ADAL" clId="{1FCBA43B-9CDE-5F43-85B9-233530EE7D92}" dt="2026-01-17T20:55:14.011" v="470" actId="1076"/>
          <ac:picMkLst>
            <pc:docMk/>
            <pc:sldMk cId="2650115406" sldId="264"/>
            <ac:picMk id="4" creationId="{0ED612C8-8A96-0E31-A4BE-5E5D943E3C41}"/>
          </ac:picMkLst>
        </pc:picChg>
        <pc:picChg chg="add mod">
          <ac:chgData name="Cédric Caillet" userId="f7ff363b-a3c4-4253-b69f-1df898119f4f" providerId="ADAL" clId="{1FCBA43B-9CDE-5F43-85B9-233530EE7D92}" dt="2026-01-17T22:11:52.472" v="583" actId="1076"/>
          <ac:picMkLst>
            <pc:docMk/>
            <pc:sldMk cId="2650115406" sldId="264"/>
            <ac:picMk id="5" creationId="{2372D121-2748-E6CF-91DA-91B6575BBCC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A5A0B-9024-134F-856B-45530F92FB19}" type="datetimeFigureOut">
              <a:rPr lang="de-DE" smtClean="0"/>
              <a:t>20.01.2026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A37A1-3EE7-644F-BF12-05CD9AFDCB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1400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A37A1-3EE7-644F-BF12-05CD9AFDCBE3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162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5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81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40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50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84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3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0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81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38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0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73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56051-9121-43BE-9653-C576DDF4EC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CEDC51E-C215-4603-9B32-A6049D1BFF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2244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D9756B0-850F-8408-D2BA-25931CDB6B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2" b="8315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A705625-7F6A-5098-3C45-7B238A85E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de-DE" sz="4200" dirty="0">
                <a:solidFill>
                  <a:srgbClr val="FFFFFF"/>
                </a:solidFill>
              </a:rPr>
              <a:t>Vektordatenbanken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7A6C88-82B2-4F54-88DA-4C6EB8024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Modul: Software und Plattform Architektur</a:t>
            </a:r>
          </a:p>
        </p:txBody>
      </p:sp>
      <p:cxnSp>
        <p:nvCxnSpPr>
          <p:cNvPr id="51" name="Straight Connector 46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963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B932DD-B856-A1CB-BEED-5C1460624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01A4AB-80DB-CEFB-BF93-63F47945C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Was ist eine Vektordatenbank?</a:t>
            </a:r>
          </a:p>
          <a:p>
            <a:r>
              <a:rPr lang="de-DE" dirty="0"/>
              <a:t>Wie suchen wir jetzt?</a:t>
            </a:r>
          </a:p>
          <a:p>
            <a:r>
              <a:rPr lang="de-DE" dirty="0"/>
              <a:t>Typische Anwendungsfälle</a:t>
            </a:r>
          </a:p>
          <a:p>
            <a:r>
              <a:rPr lang="de-DE" dirty="0"/>
              <a:t>Vorteile &amp; Nachteile</a:t>
            </a:r>
          </a:p>
          <a:p>
            <a:r>
              <a:rPr lang="de-DE" dirty="0"/>
              <a:t>Vektordatenbank Produkte</a:t>
            </a:r>
          </a:p>
          <a:p>
            <a:r>
              <a:rPr lang="de-DE" dirty="0"/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33122489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7CDA70-3606-3F40-814A-26222F05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eine </a:t>
            </a:r>
            <a:r>
              <a:rPr lang="de-DE" dirty="0" err="1"/>
              <a:t>VektorDatenbank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BAB2EB-4C12-58C0-BB49-7EA919A9A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6453927" cy="3739896"/>
          </a:xfrm>
        </p:spPr>
        <p:txBody>
          <a:bodyPr/>
          <a:lstStyle/>
          <a:p>
            <a:r>
              <a:rPr lang="de-DE" dirty="0"/>
              <a:t>Spezialisiertes Datenbanksystem für unstrukturierte Daten</a:t>
            </a:r>
          </a:p>
          <a:p>
            <a:r>
              <a:rPr lang="de-DE" dirty="0"/>
              <a:t>Unterschied zwischen einer Traditionellen Datenbank</a:t>
            </a:r>
          </a:p>
          <a:p>
            <a:r>
              <a:rPr lang="de-DE" dirty="0"/>
              <a:t>Speichert Daten anhand hochdimensionaler Vektoren</a:t>
            </a:r>
          </a:p>
          <a:p>
            <a:r>
              <a:rPr lang="de-DE" dirty="0"/>
              <a:t>Es können Texte, Bilder, Sprache oder Audio gespeichert werden</a:t>
            </a:r>
          </a:p>
          <a:p>
            <a:r>
              <a:rPr lang="de-DE" dirty="0"/>
              <a:t>Daten werden anhand eines Embedding Model in Vektoren umgewandelt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B4AD207-1478-E74C-139E-28630A465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562" y="2286309"/>
            <a:ext cx="4711373" cy="290217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6FCDFA6-511D-FA00-2F54-B0DD545F45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66" r="9787"/>
          <a:stretch>
            <a:fillRect/>
          </a:stretch>
        </p:blipFill>
        <p:spPr>
          <a:xfrm>
            <a:off x="7240808" y="2371682"/>
            <a:ext cx="4625127" cy="275262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D85DF78-8ECC-C09C-2E64-EF9894B1A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7860" y="1931764"/>
            <a:ext cx="3784776" cy="361126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289BCF2-E14F-982A-C8C7-48C4551E2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997" y="1714335"/>
            <a:ext cx="10314540" cy="422926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C024ABC-1C3E-541C-C78E-1743C9D6E0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1313" y="1916387"/>
            <a:ext cx="9369907" cy="366321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B899F22-B599-6C12-7AE1-AE7BF8030F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4689" y="1477429"/>
            <a:ext cx="8643154" cy="470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961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372D121-2748-E6CF-91DA-91B6575BB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615" y="3834063"/>
            <a:ext cx="7023100" cy="17526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E2C7BAB-E53A-39BF-7B79-E6B7BEA65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suchen wir jetzt?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676915-279B-FF90-31B8-BED82411D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Daten in Form von </a:t>
            </a:r>
            <a:r>
              <a:rPr lang="de-DE" dirty="0" err="1"/>
              <a:t>embeddings</a:t>
            </a:r>
            <a:r>
              <a:rPr lang="de-DE" dirty="0"/>
              <a:t> speichern reicht nicht</a:t>
            </a:r>
          </a:p>
          <a:p>
            <a:r>
              <a:rPr lang="de-DE" dirty="0"/>
              <a:t>Um schnelle und genaue suchen zu erreichen müssen wir Indexes erstellen</a:t>
            </a:r>
          </a:p>
          <a:p>
            <a:r>
              <a:rPr lang="de-DE" dirty="0"/>
              <a:t>Es gibt verschiedene Indexe</a:t>
            </a:r>
          </a:p>
          <a:p>
            <a:r>
              <a:rPr lang="de-DE" dirty="0"/>
              <a:t>Abfragetechniken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ED612C8-8A96-0E31-A4BE-5E5D943E3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965" y="3683932"/>
            <a:ext cx="7772400" cy="2052862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B4AB9BB-C96B-4A52-83D2-795C3F849D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5" t="11191" r="10386" b="10385"/>
          <a:stretch/>
        </p:blipFill>
        <p:spPr bwMode="auto">
          <a:xfrm>
            <a:off x="4945451" y="3301602"/>
            <a:ext cx="5467150" cy="24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9A2F4BC-9752-4D08-B485-A7071D78EE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267" y="3174068"/>
            <a:ext cx="35718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154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46F530-1FEC-66C4-F5A7-7DA3C7325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Typische anwendungsfälle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372C6B-CA5D-D20F-6740-B68AFF68E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Retrieval-</a:t>
            </a:r>
            <a:r>
              <a:rPr lang="de-CH" dirty="0" err="1"/>
              <a:t>Augmented</a:t>
            </a:r>
            <a:r>
              <a:rPr lang="de-CH" dirty="0"/>
              <a:t> Generation (RAG)</a:t>
            </a:r>
          </a:p>
          <a:p>
            <a:r>
              <a:rPr lang="de-CH" dirty="0"/>
              <a:t>Empfehlungssysteme (</a:t>
            </a:r>
            <a:r>
              <a:rPr lang="de-CH" dirty="0" err="1"/>
              <a:t>Recommender</a:t>
            </a:r>
            <a:r>
              <a:rPr lang="de-CH" dirty="0"/>
              <a:t>)</a:t>
            </a:r>
          </a:p>
          <a:p>
            <a:r>
              <a:rPr lang="de-CH" dirty="0"/>
              <a:t>Anomalie-Erkennung</a:t>
            </a:r>
          </a:p>
          <a:p>
            <a:r>
              <a:rPr lang="de-CH" dirty="0"/>
              <a:t>Medienanalyse</a:t>
            </a:r>
          </a:p>
          <a:p>
            <a:r>
              <a:rPr lang="de-CH" dirty="0"/>
              <a:t>Semantische Suche (Natural Language Processing)</a:t>
            </a:r>
          </a:p>
          <a:p>
            <a:endParaRPr lang="de-DE" dirty="0"/>
          </a:p>
        </p:txBody>
      </p:sp>
      <p:pic>
        <p:nvPicPr>
          <p:cNvPr id="2050" name="Picture 2" descr="How I built a Simple Retrieval-Augmented Generation (RAG) Pipeline | by Dr  Julija | Medium">
            <a:extLst>
              <a:ext uri="{FF2B5EF4-FFF2-40B4-BE49-F238E27FC236}">
                <a16:creationId xmlns:a16="http://schemas.microsoft.com/office/drawing/2014/main" id="{3DD6AE81-F4C5-4122-A445-DA3B8CB4F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365" y="1725412"/>
            <a:ext cx="8655270" cy="4092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9060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402F4B-A14A-56E7-5267-EA941B284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Vorteile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4C1374-31CD-BCED-0F6D-AC2AFC707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Effiziente Ähnlichkeitssuche</a:t>
            </a:r>
          </a:p>
          <a:p>
            <a:r>
              <a:rPr lang="de-DE" dirty="0"/>
              <a:t>Verwaltung hochdimensionaler Daten </a:t>
            </a:r>
          </a:p>
          <a:p>
            <a:r>
              <a:rPr lang="de-DE" dirty="0"/>
              <a:t>Skalierbarkeit</a:t>
            </a:r>
          </a:p>
          <a:p>
            <a:r>
              <a:rPr lang="de-DE" dirty="0"/>
              <a:t>Leistungsoptimierung</a:t>
            </a:r>
          </a:p>
        </p:txBody>
      </p:sp>
    </p:spTree>
    <p:extLst>
      <p:ext uri="{BB962C8B-B14F-4D97-AF65-F5344CB8AC3E}">
        <p14:creationId xmlns:p14="http://schemas.microsoft.com/office/powerpoint/2010/main" val="1313587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DE900E-2F0E-7BB4-952B-29F80690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Nachteile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403DBF-0AD4-4297-3701-913E9B028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Komplexität beim Verstehen</a:t>
            </a:r>
          </a:p>
          <a:p>
            <a:r>
              <a:rPr lang="de-DE" dirty="0"/>
              <a:t>Datenintegrität und Konsistenz</a:t>
            </a:r>
          </a:p>
          <a:p>
            <a:r>
              <a:rPr lang="de-DE" dirty="0"/>
              <a:t>Ressourcenintensiv</a:t>
            </a:r>
          </a:p>
          <a:p>
            <a:r>
              <a:rPr lang="de-DE" dirty="0"/>
              <a:t>Abfragegenauigkeit vs. Leistung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60034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1A6380D5-6F41-4859-9BBF-FB35230209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20"/>
          <a:stretch/>
        </p:blipFill>
        <p:spPr>
          <a:xfrm>
            <a:off x="2048370" y="1652451"/>
            <a:ext cx="8400059" cy="499186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D223247-7E85-1CF4-9D3B-7EC293D5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Vektordatenbank Produkte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EC1BE9-9536-0D77-FC3A-39A58E74B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56233"/>
            <a:ext cx="10691265" cy="3739896"/>
          </a:xfrm>
        </p:spPr>
        <p:txBody>
          <a:bodyPr/>
          <a:lstStyle/>
          <a:p>
            <a:pPr marL="0" indent="0">
              <a:buNone/>
            </a:pPr>
            <a:endParaRPr lang="de-DE" dirty="0"/>
          </a:p>
        </p:txBody>
      </p:sp>
      <p:pic>
        <p:nvPicPr>
          <p:cNvPr id="1026" name="Picture 2" descr="How to Install and Configure PGVector - A Detailed Guide">
            <a:extLst>
              <a:ext uri="{FF2B5EF4-FFF2-40B4-BE49-F238E27FC236}">
                <a16:creationId xmlns:a16="http://schemas.microsoft.com/office/drawing/2014/main" id="{6E3DF20C-B27C-4476-BC5A-F187D620C2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58" t="6806" r="32525" b="13018"/>
          <a:stretch/>
        </p:blipFill>
        <p:spPr bwMode="auto">
          <a:xfrm>
            <a:off x="2718484" y="2369909"/>
            <a:ext cx="2281645" cy="297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What Is ChromaDB? ChromaDB Vector Database Tutorial - Designveloper">
            <a:extLst>
              <a:ext uri="{FF2B5EF4-FFF2-40B4-BE49-F238E27FC236}">
                <a16:creationId xmlns:a16="http://schemas.microsoft.com/office/drawing/2014/main" id="{C4CF8FD2-0215-4E53-9794-DA453E1943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5" name="AutoShape 6" descr="What Is ChromaDB? ChromaDB Vector Database Tutorial - Designveloper">
            <a:extLst>
              <a:ext uri="{FF2B5EF4-FFF2-40B4-BE49-F238E27FC236}">
                <a16:creationId xmlns:a16="http://schemas.microsoft.com/office/drawing/2014/main" id="{09A6DE6A-71F2-4F10-A294-BB7E29C1DF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43103" y="3260108"/>
            <a:ext cx="1776549" cy="177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pic>
        <p:nvPicPr>
          <p:cNvPr id="1034" name="Picture 10" descr="ChromaDB: An Open-source vector database | by Debaprasann Bhoi | GoPenAI">
            <a:extLst>
              <a:ext uri="{FF2B5EF4-FFF2-40B4-BE49-F238E27FC236}">
                <a16:creationId xmlns:a16="http://schemas.microsoft.com/office/drawing/2014/main" id="{84A1060D-0D8E-43C2-8E1A-A799B4BFA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327" y="2518557"/>
            <a:ext cx="3740803" cy="2415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How to Install and Configure PGVector - A Detailed Guide">
            <a:extLst>
              <a:ext uri="{FF2B5EF4-FFF2-40B4-BE49-F238E27FC236}">
                <a16:creationId xmlns:a16="http://schemas.microsoft.com/office/drawing/2014/main" id="{9BB8ABFB-14F3-4212-A67E-8360F4F86F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58" t="6806" r="32525" b="13018"/>
          <a:stretch/>
        </p:blipFill>
        <p:spPr bwMode="auto">
          <a:xfrm>
            <a:off x="3859306" y="515134"/>
            <a:ext cx="4464519" cy="582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04044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4AD6F2-1DCA-838D-03B9-8236F86F2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 time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9F0081-6A25-925A-5910-F0291C90B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68282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Breitbild</PresentationFormat>
  <Paragraphs>40</Paragraphs>
  <Slides>10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Aptos</vt:lpstr>
      <vt:lpstr>Arial</vt:lpstr>
      <vt:lpstr>Calisto MT</vt:lpstr>
      <vt:lpstr>Univers Condensed</vt:lpstr>
      <vt:lpstr>ChronicleVTI</vt:lpstr>
      <vt:lpstr>PowerPoint-Präsentation</vt:lpstr>
      <vt:lpstr>Vektordatenbanken</vt:lpstr>
      <vt:lpstr>Inhaltsverzeichnis</vt:lpstr>
      <vt:lpstr>Was ist eine VektorDatenbank?</vt:lpstr>
      <vt:lpstr>Wie suchen wir jetzt?</vt:lpstr>
      <vt:lpstr>Typische anwendungsfälle</vt:lpstr>
      <vt:lpstr>Vorteile </vt:lpstr>
      <vt:lpstr>Nachteile</vt:lpstr>
      <vt:lpstr>Vektordatenbank Produkte</vt:lpstr>
      <vt:lpstr>Demo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Vektordatenbanken</dc:title>
  <dc:creator>Cédric Caillet</dc:creator>
  <cp:lastModifiedBy>Caillet Cédric</cp:lastModifiedBy>
  <cp:revision>23</cp:revision>
  <dcterms:created xsi:type="dcterms:W3CDTF">2026-01-17T20:10:33Z</dcterms:created>
  <dcterms:modified xsi:type="dcterms:W3CDTF">2026-01-20T15:14:55Z</dcterms:modified>
</cp:coreProperties>
</file>